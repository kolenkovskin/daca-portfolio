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Üleliigseid ridu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 identsed</c:v>
                  </c:pt>
                  <c:pt idx="1">
                    <c:v>B kuupäevaformaat</c:v>
                  </c:pt>
                  <c:pt idx="2">
                    <c:v>C klient puudub</c:v>
                  </c:pt>
                  <c:pt idx="3">
                    <c:v>D tagastused</c:v>
                  </c:pt>
                  <c:pt idx="4">
                    <c:v>E eri päevad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4051</c:v>
                </c:pt>
                <c:pt idx="1">
                  <c:v>282</c:v>
                </c:pt>
                <c:pt idx="2">
                  <c:v>517</c:v>
                </c:pt>
                <c:pt idx="3">
                  <c:v>234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 nädalal tuvastasime ja dokumenteerisime. Kustutamine tuleb hiljem.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Võtmesamm: enne kustutamist kontrolli rühmade homogeensust.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Kolm alumist kategooriat kustutamisel hävitaksid andmeid.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Kollane = keelatud kustutada. Sinine = ohutu.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Kolm stsenaariumi. Ilma ärireegleta täpset arvu ei 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Eeldus, mida ei kontrollita, muutub vaikselt veaks aruandes.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Soovitus ühes lauses + kriitilisim domeen + puuduvad andmed.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UrbanStyle · Nädal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Andmekvaliteedi audit: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peitub 5 116 korduse taga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46304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Tooteanalüüsi osakond · Nikita Kolenkovski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Defektid on tuvastatud ja dokumenteeritud. Andmeid ei ole kustutatud.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Hüpotees, mida kontrollisin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240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„5 116 korduvat rida on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duplikaadid — need tuleb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kustutada."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FDF3E3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PÄRAST KONTROLLI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240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„Kordused ei ole omavahel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identsed. 783 rida ei tohi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kustutada."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Kontrollisin, kas korduvate ridade SISU on sama — mitte ainult nende arvu.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Viis erinevat probleemi ühe sümptomi all</a:t>
            </a:r>
            <a:endParaRPr lang="en-US" sz="3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  <a:gridCol w="52120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Rühmi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 see tegelikult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identsed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topeltimport — võib kustutada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ainult kuupäevaformaat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 päev — võib kustutada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klient on / puudub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puudulik kirje — EI TOHI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summad vastandmärgiga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müük + tagastus — EI TOHI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erinevad päevad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 sündmused — EI TOHI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2960" y="4160520"/>
            <a:ext cx="10515600" cy="777240"/>
          </a:xfrm>
          <a:prstGeom prst="roundRect">
            <a:avLst>
              <a:gd name="adj" fmla="val 11765"/>
            </a:avLst>
          </a:prstGeom>
          <a:solidFill>
            <a:srgbClr val="FDF3E3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4160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Tõelisi duplikaate on 4 333, mitte 5 116. Ülejäänud 783 rida on kolm muud defekti.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Mida tohib kustutada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46304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737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8745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4 333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95528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tohib kustutada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55280" y="32918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34290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783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955280" y="4160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tohi puutuda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Käive: ühte õiget arvu ei ole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554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Naiivne aruanne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846320" y="1554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4 230 940 €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55280" y="1554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ainult ISO-kuupäevad, kordused alles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Kuupäevad parandatud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4 374 231 €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0" y="2606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+143 292 € tuli tagasi aruandlusse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DF3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Pärast dedupliketsiooni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2,85 – 2,94 mln 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55280" y="3657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sõltub originaali valiku reeglist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Hajuvus 95 955 € sõltub sellest, millist rida loeme originaaliks — see on äriotsus, mitte tehniline valik.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Viis eeldust — kõik ümber lükatud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sale_id on unikaalne võti  →  4 013 rühma korduva võtmega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korduvad read on identsed  →  774 rühma erinevad sisu poolest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sale_date on kuupäevatüüpi  →  tekst kahes formaadis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puuduvad e-mailid on tühjad stringid  →  tõelised NULL-id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linnanimed on ühtlustatud  →  54 kirjapilti 12 linna kohta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44348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Ükski neist ei oleks avastatud ilma sihipärase kontrollita.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Soovitus Toomasele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Mitte kustutada kordusi enne,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kui iga rühm on liigitatud —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kolmandik neist ei ole duplikaadid.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4206240"/>
            <a:ext cx="146304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Kriitilisim domeen: müügiandmed. Juurpõhjus: sale_id ei ole unikaalne võti allikas.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 puudusid andmed: milline süsteem võtmeid genereerib ja miks neid taaskasutatakse.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Nädal 2 — Andmete puhastamine</dc:title>
  <dc:subject>PptxGenJS Presentation</dc:subject>
  <dc:creator>Nikita Kolenkovski</dc:creator>
  <cp:lastModifiedBy>Nikita Kolenkovski</cp:lastModifiedBy>
  <cp:revision>1</cp:revision>
  <dcterms:created xsi:type="dcterms:W3CDTF">2026-08-23T17:21:52Z</dcterms:created>
  <dcterms:modified xsi:type="dcterms:W3CDTF">2026-08-23T17:21:52Z</dcterms:modified>
</cp:coreProperties>
</file>