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Ridade arv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Korduvad read</c:v>
                  </c:pt>
                  <c:pt idx="1">
                    <c:v>Ilma kliendita</c:v>
                  </c:pt>
                  <c:pt idx="2">
                    <c:v>Tagastused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5116</c:v>
                </c:pt>
                <c:pt idx="1">
                  <c:v>1487</c:v>
                </c:pt>
                <c:pt idx="2">
                  <c:v>305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Meie meeskond uuris UrbanStyle'i andmestikku andmedomeeni järgi. Minu domeen: müügiandmed.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Kontekst: 30 sekundit. Uurisin müügitabelit viie päringuga.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Iga leid ~45 sekundit. Kordused on suurim probleem: kolmandik tabelist.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 näitab suurusjärke: kordused domineerivad.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Soovitus Toomasele ühes lauses. Puuduvad andmed nimetatakse eraldi.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Lõppsõna: üks lause soovitust.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UrbanStyle · Nädal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alused: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müügiandmete uurimine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46304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Tooteanalüüsi osakond · Nikita Kolenkovski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Tellija: Toomas Kask, IT Director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Mida ma uurisin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sales — 15 234 rida, 11 veergu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 päringut: SELECT, WHERE, ORDER BY, DISTINCT, COUNT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Eesmärk: kaardistada andmete seisukord enne analüüsi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06640" y="146304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19202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15 234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40664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rida tabelis sales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0664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kontrollimata andmed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Kolm leidu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DF3E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5 116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korduvat rida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33,6% tabelist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1 487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3484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müüki ilma kliendita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9,8% tehingutest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305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04672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negatiivset summat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tagastused, −88 633 €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Kõik kolm leiti ilma andmeid muutmata — ainult lugemispäringutega.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Probleemide mastaap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46304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138160" y="2743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Iga kolmas rida</a:t>
            </a:r>
            <a:endParaRPr lang="en-US" sz="22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tabelis on kordus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3816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 igasugust analüüsi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Järeldus, otsus, üllatus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JÄRELDUS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600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Müügitabelit ei saa praegusel kujul aruandluseks kasutada.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651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 iga käibearuannet tuleb andmed puhastada — muidu numbrid on üle hinnatud.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ÜLLATUS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37033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Negatiivsed summad: tabelis on tagastusi, mida keegi eraldi ei arvestanud.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 puudusid andmed: milline süsteem kordusi tekitab ja miks tagastused on samas tabelis.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Soovitus Toomasele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Peatada käibearuannete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koostamine kuni andmete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puhastamiseni.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4480560"/>
            <a:ext cx="146304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Järgmine nädal: andmete puhastamine ja defektide dokumenteerimine.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Nädal 1 — SQL Alused</dc:title>
  <dc:subject>PptxGenJS Presentation</dc:subject>
  <dc:creator>Nikita Kolenkovski</dc:creator>
  <cp:lastModifiedBy>Nikita Kolenkovski</cp:lastModifiedBy>
  <cp:revision>1</cp:revision>
  <dcterms:created xsi:type="dcterms:W3CDTF">2026-08-23T17:21:52Z</dcterms:created>
  <dcterms:modified xsi:type="dcterms:W3CDTF">2026-08-23T17:21:52Z</dcterms:modified>
</cp:coreProperties>
</file>